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C91E3E-D29B-0225-8F5A-0EA3C25A6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8538ED-5FD3-15C6-BC92-BF53C4CCF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6EFE5-BF15-2FFC-4FCF-9826A74D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4E8CD1-18BF-F2A5-951F-25E1F6F31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EEC237-96B3-BAFD-6A5F-06746B5C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77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18507A-1A4E-B522-CCE3-C957281B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947CF5-2392-B76E-B7CA-26684E2F3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87CECA-49AB-45FD-4795-06C21A11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78C36B-2368-BFE0-C931-A7BC4F2A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584A48-EFC7-B87B-610F-ED51442D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64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D64C9E-5FA0-C407-19E4-48B86D9D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6B9C64-27FD-F384-5F4F-22A6BF99A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2B17D9-87EA-0C8E-CAC8-169DDE3A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C15BDF-66F9-43C4-686F-79F254353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9B2C05-B9EA-63F9-A858-3514BAE4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747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D27179-4FE8-7752-0A66-A219436E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BED04D-A190-E3B2-2BA1-1AE3A8FA4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4E5B41-FB2F-004E-512D-5F6965EB9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E0098D-58F6-6773-720C-5A552941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88FA30-625D-7665-FD85-DC437480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8F72C0-CF41-E6FA-C59C-4E1F9849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1865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8AEB18-A996-A89D-7BA9-D6A64D12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7AB2F8-8D6F-D1BF-45C3-80CDEBAA1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43867A-9D35-199C-B4F4-83485C83D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B73CE13-D8A0-FC64-2B64-BD3F3E956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5EB64F3-9609-1345-F074-F282D9DF9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EFF6F59-1CDB-AE60-691A-B7C27874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8E8F932-AD9A-B0B8-568D-50297010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E189A6-AED5-CB30-8CAC-E6F54343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41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39C626-6702-C14D-E2C3-892C2C2EF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E4DB4C-D3F1-34E6-C0C5-F592394A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71CECD-76BB-BECA-B897-97FED813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A294FAB-5F14-4E82-FDD8-6B539D22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912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28FB1CA-783D-5FCA-5010-9378EFAC3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34D1D53-FE56-13F9-184F-2B45CE7A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AB1229-5AE4-CCED-2DFA-250EB4A1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215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548226-222D-2A5C-EB11-5B9B77906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0FA10E-2503-499F-D458-75AC1649A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F995B2-FEE5-7893-9E38-E47B46D10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AE88D0-8C86-D22A-0291-3B89A407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39A84D-2073-4839-5583-6872C15B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FEC822-5E2A-3C03-E6EF-6E584B67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83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2FE1AF-9780-CF04-B6EA-5927F7E5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3688B4-4480-8F34-89CE-343D80115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A6CC9A-2AC4-835C-501B-2A677AF8D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BE67D1-D47E-4F8B-2630-9FA7FA7E6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23B8BE-2AD2-0CDA-CC63-24864EC49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D626D1-16D1-9EED-9E5E-E21B91A7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499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2DD415-D63A-06EC-DA88-B327E2D45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207831-5904-B2D6-71D5-B60E93237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6CA6F8-65C5-4315-F47F-F62E11CB8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5F2A1B-A28F-2A0F-B646-CDD0FB43F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162066-53F8-0F5B-4C62-1A1159DE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56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A412286-89F3-8A78-6085-7182063BE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EEE29E-490A-B132-0143-A57C3F3AE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95AB57-79F3-244E-E41E-A014B7C0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4F2204-7D64-62EA-7FAB-371E9E70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B2094E-0833-4321-D415-6C92B256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30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E90235-8BAD-0F63-E57D-F36AB744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AA513F-D177-B490-2FB8-74846AD89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9F4F68-9018-A781-69F1-49AB28DB7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5C219-3088-4D6A-B193-1259071EFC1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62DC1F-E305-C099-C1B9-E24563FC9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6A1994-C050-6559-A3A2-677FAC78A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6EBF4-CDDC-4275-A313-D0738CC3C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811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A9C2B2-B317-676F-CDF6-FA6AF0F92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Kyoto Overtourism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A98FB29-F754-E1C6-8AF7-E41714E2C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070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Kyoto Overtourism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Sora Watabe</dc:creator>
  <cp:lastModifiedBy>Sora Watabe</cp:lastModifiedBy>
  <cp:revision>1</cp:revision>
  <dcterms:created xsi:type="dcterms:W3CDTF">2026-08-02T15:03:47Z</dcterms:created>
  <dcterms:modified xsi:type="dcterms:W3CDTF">2026-08-02T15:04:20Z</dcterms:modified>
</cp:coreProperties>
</file>